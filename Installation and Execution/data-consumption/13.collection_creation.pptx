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59"/>
    <p:restoredTop sz="97155"/>
  </p:normalViewPr>
  <p:slideViewPr>
    <p:cSldViewPr snapToGrid="0" snapToObjects="1">
      <p:cViewPr varScale="1">
        <p:scale>
          <a:sx n="168" d="100"/>
          <a:sy n="168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24154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7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15022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4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3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4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6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855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093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3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4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1FB3C9D-B1B1-5D46-A531-51EB208703E3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8CF45F5-9B27-8343-AC9C-345ED31937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183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8BBA-734E-8346-95D8-71671BD4E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Collection Creation and Scan the collection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DAE42-7D19-FF42-8906-8E96A46E2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7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E74B-46B0-684E-8817-AD86CC3D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F67A7-2305-504F-9BCA-F147C7FD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Navigate to Azure portal and search for the purview account which we created in the last video.</a:t>
            </a:r>
          </a:p>
          <a:p>
            <a:r>
              <a:rPr lang="en-US" dirty="0"/>
              <a:t>Navigate to Data Map and Add a collection.</a:t>
            </a:r>
          </a:p>
          <a:p>
            <a:r>
              <a:rPr lang="en-US" dirty="0"/>
              <a:t>Before registering sources, following things needs to be performed:</a:t>
            </a:r>
          </a:p>
          <a:p>
            <a:pPr lvl="1"/>
            <a:r>
              <a:rPr lang="en-US" dirty="0"/>
              <a:t>Navigate to Azure Key Vault and add the Key vault and generate secret from it.</a:t>
            </a:r>
          </a:p>
          <a:p>
            <a:pPr lvl="1"/>
            <a:r>
              <a:rPr lang="en-US" dirty="0"/>
              <a:t>Generate Purview account name in the access policy</a:t>
            </a:r>
          </a:p>
          <a:p>
            <a:pPr lvl="1"/>
            <a:r>
              <a:rPr lang="en-US" dirty="0"/>
              <a:t>Navigate to Management section in the azure purview account and go to credentials and create on “New” and also in the same console create a new vault connection.</a:t>
            </a:r>
          </a:p>
          <a:p>
            <a:pPr lvl="1"/>
            <a:r>
              <a:rPr lang="en-US" dirty="0"/>
              <a:t>Navigate to Data Map, and click on “Scan”, Scan will be queued and the metadata will be captured.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5101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{C14DEB73-30CB-204F-99A9-32E4F56A31EF}tf10001072</Template>
  <TotalTime>84</TotalTime>
  <Words>124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Franklin Gothic Book</vt:lpstr>
      <vt:lpstr>Crop</vt:lpstr>
      <vt:lpstr>Collection Creation and Scan the collection</vt:lpstr>
      <vt:lpstr>Creating a collection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 Creation and Scan the collection</dc:title>
  <dc:creator>Nagaraj, Arun Kumar</dc:creator>
  <cp:lastModifiedBy>Nagaraj, Arun Kumar</cp:lastModifiedBy>
  <cp:revision>1</cp:revision>
  <dcterms:created xsi:type="dcterms:W3CDTF">2021-12-25T06:48:29Z</dcterms:created>
  <dcterms:modified xsi:type="dcterms:W3CDTF">2021-12-25T08:13:01Z</dcterms:modified>
</cp:coreProperties>
</file>