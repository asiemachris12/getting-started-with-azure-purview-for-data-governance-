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8" r:id="rId3"/>
    <p:sldId id="257" r:id="rId4"/>
    <p:sldId id="26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91"/>
    <p:restoredTop sz="97155"/>
  </p:normalViewPr>
  <p:slideViewPr>
    <p:cSldViewPr snapToGrid="0" snapToObjects="1">
      <p:cViewPr varScale="1">
        <p:scale>
          <a:sx n="139" d="100"/>
          <a:sy n="139" d="100"/>
        </p:scale>
        <p:origin x="17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731209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2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38093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6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1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1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932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240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4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A344085-F61A-BF42-815C-3EB873771C88}" type="datetimeFigureOut">
              <a:rPr lang="en-US" smtClean="0"/>
              <a:t>12/26/21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DF4CAF9-F5B0-2E4A-8441-DF1576375F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42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azure/purview/supported-classification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30DECA-E52C-4D56-96B9-718590A2E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046A95-1E4D-4EAE-9146-822CF94F0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94C9933-93E1-43FF-8BC2-8F0B7794D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3AA8CBD-7A2E-4084-A09F-484D16658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D0C492-ECAB-4544-B330-29CA4625D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669" y="1480930"/>
            <a:ext cx="8447964" cy="3254321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References, Summary and Closing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8D532-3C86-6449-9F08-F94C2AD80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668" y="4804850"/>
            <a:ext cx="5957248" cy="1086237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4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4D24-7905-0648-AEA0-684103FE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F21B2-E610-D447-8B4C-C700C57F5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https://docs.microsoft.com/en-us/azure/purview/</a:t>
            </a:r>
          </a:p>
          <a:p>
            <a:r>
              <a:rPr lang="en-US" dirty="0">
                <a:hlinkClick r:id="rId2"/>
              </a:rPr>
              <a:t>https://docs.microsoft.com/en-us/azure/purview/supported-classifications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69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5C1D-BB92-0C40-920F-FF695BAF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07A89-66CD-C64B-99DA-1A2366DD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Purview?</a:t>
            </a:r>
          </a:p>
          <a:p>
            <a:r>
              <a:rPr lang="en-US" dirty="0"/>
              <a:t>Designed an architecture ( Phase 1)</a:t>
            </a:r>
          </a:p>
          <a:p>
            <a:r>
              <a:rPr lang="en-US" dirty="0"/>
              <a:t>Implemented an architecture using logic apps, ADF and SQL Databases (Phase 1)</a:t>
            </a:r>
          </a:p>
          <a:p>
            <a:r>
              <a:rPr lang="en-US" dirty="0"/>
              <a:t>Detailed view of logic apps, ADF and SQL Databases ( Phase 1)</a:t>
            </a:r>
          </a:p>
          <a:p>
            <a:r>
              <a:rPr lang="en-US" dirty="0"/>
              <a:t>Detailed view of Azure Purview (Phase 2)</a:t>
            </a:r>
          </a:p>
          <a:p>
            <a:r>
              <a:rPr lang="en-US" dirty="0"/>
              <a:t>Implementation, scanning of data from </a:t>
            </a:r>
            <a:r>
              <a:rPr lang="en-US" dirty="0" err="1"/>
              <a:t>Sql</a:t>
            </a:r>
            <a:r>
              <a:rPr lang="en-US" dirty="0"/>
              <a:t> databases (Phase 2)</a:t>
            </a:r>
          </a:p>
          <a:p>
            <a:r>
              <a:rPr lang="en-US" dirty="0"/>
              <a:t>Best Practices</a:t>
            </a:r>
          </a:p>
          <a:p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48364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BCCF-DA24-4D46-96DD-34ED9889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309C-45BE-D146-BFE6-A1EE9AEEC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0204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{C14DEB73-30CB-204F-99A9-32E4F56A31EF}tf10001072</Template>
  <TotalTime>3</TotalTime>
  <Words>103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Franklin Gothic Book</vt:lpstr>
      <vt:lpstr>Crop</vt:lpstr>
      <vt:lpstr>References, Summary and Closing Notes</vt:lpstr>
      <vt:lpstr>References</vt:lpstr>
      <vt:lpstr>Summary</vt:lpstr>
      <vt:lpstr>Closing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References, Summary and Closing Notes</dc:title>
  <dc:creator>Nagaraj, Arun Kumar</dc:creator>
  <cp:lastModifiedBy>Nagaraj, Arun Kumar</cp:lastModifiedBy>
  <cp:revision>1</cp:revision>
  <dcterms:created xsi:type="dcterms:W3CDTF">2021-12-26T13:46:32Z</dcterms:created>
  <dcterms:modified xsi:type="dcterms:W3CDTF">2021-12-26T13:50:18Z</dcterms:modified>
</cp:coreProperties>
</file>