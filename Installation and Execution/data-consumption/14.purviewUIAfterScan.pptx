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5" r:id="rId3"/>
    <p:sldId id="259" r:id="rId4"/>
    <p:sldId id="261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42"/>
    <p:restoredTop sz="97155"/>
  </p:normalViewPr>
  <p:slideViewPr>
    <p:cSldViewPr snapToGrid="0" snapToObjects="1">
      <p:cViewPr varScale="1">
        <p:scale>
          <a:sx n="156" d="100"/>
          <a:sy n="156" d="100"/>
        </p:scale>
        <p:origin x="1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061961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2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33536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96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0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5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6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063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760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4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0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D213B12-2F5D-EF45-A500-0D85585D9F21}" type="datetimeFigureOut">
              <a:rPr lang="en-US" smtClean="0"/>
              <a:t>12/25/21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AD00C7D-48C6-B244-84B0-E071C4F7FA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11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microsoft.com/en-us/azure/purview/supported-classification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CC68-6864-CF47-B36B-6B474E7CC9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Purview UI after the Scan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81979-DACE-6441-85E6-1EF8ED7C0C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0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5D84-0845-C344-BB04-5CB1D0553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1463472"/>
          </a:xfrm>
        </p:spPr>
        <p:txBody>
          <a:bodyPr anchor="t">
            <a:normAutofit/>
          </a:bodyPr>
          <a:lstStyle/>
          <a:p>
            <a:r>
              <a:rPr lang="en-US" sz="4800" dirty="0"/>
              <a:t>Data Source Crawling</a:t>
            </a:r>
            <a:r>
              <a:rPr lang="en-US" sz="4800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0C9D-324B-1947-A85A-B843AB3F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816" y="3383121"/>
            <a:ext cx="3582072" cy="2793251"/>
          </a:xfrm>
        </p:spPr>
        <p:txBody>
          <a:bodyPr anchor="t">
            <a:normAutofit fontScale="62500" lnSpcReduction="20000"/>
          </a:bodyPr>
          <a:lstStyle/>
          <a:p>
            <a:r>
              <a:rPr lang="en-US" sz="2100" dirty="0"/>
              <a:t>Central location to register data sources.  During registration, data remains in its existing location, but a copy of metadata is added to azure purview along with data source location.  </a:t>
            </a:r>
          </a:p>
          <a:p>
            <a:r>
              <a:rPr lang="en-US" sz="2100" dirty="0"/>
              <a:t>Support for hybrid data platform</a:t>
            </a:r>
            <a:r>
              <a:rPr lang="en-US" dirty="0"/>
              <a:t>s</a:t>
            </a:r>
            <a:endParaRPr lang="en-US" sz="2100" dirty="0"/>
          </a:p>
          <a:p>
            <a:r>
              <a:rPr lang="en-US" sz="2100" dirty="0"/>
              <a:t>Metadata is indexed, to make each data source easily discoverable via search and understandable to users who discover it.</a:t>
            </a:r>
            <a:endParaRPr lang="en-US" sz="2000" dirty="0"/>
          </a:p>
          <a:p>
            <a:r>
              <a:rPr lang="en-US" sz="2000" dirty="0"/>
              <a:t>Once the source has been registered in Azure Purview, we can initiate the scan for the added sources.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F9787-6B5F-0446-88A4-B92C35D976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6" r="5942"/>
          <a:stretch/>
        </p:blipFill>
        <p:spPr>
          <a:xfrm>
            <a:off x="5116652" y="1190568"/>
            <a:ext cx="6642532" cy="389863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F2259E-5F68-924A-82EC-DCEFDD47C724}"/>
              </a:ext>
            </a:extLst>
          </p:cNvPr>
          <p:cNvGrpSpPr/>
          <p:nvPr/>
        </p:nvGrpSpPr>
        <p:grpSpPr>
          <a:xfrm>
            <a:off x="5116652" y="4891293"/>
            <a:ext cx="2977604" cy="1786562"/>
            <a:chOff x="763" y="1036102"/>
            <a:chExt cx="2977604" cy="178656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8AAEA-DE50-6649-936F-CBFFA2A42EEF}"/>
                </a:ext>
              </a:extLst>
            </p:cNvPr>
            <p:cNvSpPr/>
            <p:nvPr/>
          </p:nvSpPr>
          <p:spPr>
            <a:xfrm>
              <a:off x="763" y="1036102"/>
              <a:ext cx="2977604" cy="178656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CAD689-093E-5D48-83F4-18EDD490833F}"/>
                </a:ext>
              </a:extLst>
            </p:cNvPr>
            <p:cNvSpPr txBox="1"/>
            <p:nvPr/>
          </p:nvSpPr>
          <p:spPr>
            <a:xfrm>
              <a:off x="763" y="1036102"/>
              <a:ext cx="2977604" cy="17865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/>
                <a:t>Once the scan has been started, it will crawl the data from the registered source and extracts metadata from it.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CB769A-A871-BD47-A00E-944DD3FBE4AC}"/>
              </a:ext>
            </a:extLst>
          </p:cNvPr>
          <p:cNvGrpSpPr/>
          <p:nvPr/>
        </p:nvGrpSpPr>
        <p:grpSpPr>
          <a:xfrm>
            <a:off x="8344311" y="4891293"/>
            <a:ext cx="2977604" cy="1786562"/>
            <a:chOff x="3276128" y="1036102"/>
            <a:chExt cx="2977604" cy="178656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A304F86-22C5-FC47-8E26-9F1D3E354762}"/>
                </a:ext>
              </a:extLst>
            </p:cNvPr>
            <p:cNvSpPr/>
            <p:nvPr/>
          </p:nvSpPr>
          <p:spPr>
            <a:xfrm>
              <a:off x="3276128" y="1036102"/>
              <a:ext cx="2977604" cy="178656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6758543"/>
                <a:satOff val="-17419"/>
                <a:lumOff val="-11765"/>
                <a:alphaOff val="0"/>
              </a:schemeClr>
            </a:fillRef>
            <a:effectRef idx="0">
              <a:schemeClr val="accent5">
                <a:hueOff val="-6758543"/>
                <a:satOff val="-17419"/>
                <a:lumOff val="-1176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ECCF14-F783-204A-A73F-03C043D822B6}"/>
                </a:ext>
              </a:extLst>
            </p:cNvPr>
            <p:cNvSpPr txBox="1"/>
            <p:nvPr/>
          </p:nvSpPr>
          <p:spPr>
            <a:xfrm>
              <a:off x="3276128" y="1036102"/>
              <a:ext cx="2977604" cy="17865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/>
                <a:t>Based on the metadata, it classifies the data and build data lineage from the metadata.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4479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3B92-9646-ED43-BD49-4BBB74C9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en-US"/>
              <a:t>Metadata and Data Lineage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78BEA-CD5C-F246-905F-FE4EB3BA0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>
            <a:normAutofit lnSpcReduction="10000"/>
          </a:bodyPr>
          <a:lstStyle/>
          <a:p>
            <a:r>
              <a:rPr lang="en-US" sz="1900" dirty="0"/>
              <a:t>Purview has a mechanism with which one can bind it to services like Azure Data Factory from which it can automatically extract lineage</a:t>
            </a:r>
          </a:p>
          <a:p>
            <a:r>
              <a:rPr lang="en-US" sz="1900" dirty="0"/>
              <a:t>Azure Purview scans the data from the source and captures the metadata and list it on its Purview home page.</a:t>
            </a:r>
          </a:p>
          <a:p>
            <a:r>
              <a:rPr lang="en-US" sz="1900" dirty="0"/>
              <a:t>Azure Purview captures the data lineage from the captured metadata, and it displays the graph.</a:t>
            </a:r>
          </a:p>
          <a:p>
            <a:r>
              <a:rPr lang="en-US" sz="1900" dirty="0"/>
              <a:t>Data Lineage graph is getting displayed only when Azure Data Factory involved.</a:t>
            </a:r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5E67815-F382-3E44-BDF0-BA89F882C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275" y="977164"/>
            <a:ext cx="4372558" cy="1912993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2570A4-D035-0643-B549-5B126FF23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701" y="4175555"/>
            <a:ext cx="4800600" cy="151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F234-B741-0644-9BD2-D5304E9B1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030286"/>
            <a:ext cx="4153626" cy="2174091"/>
          </a:xfrm>
        </p:spPr>
        <p:txBody>
          <a:bodyPr anchor="b">
            <a:normAutofit/>
          </a:bodyPr>
          <a:lstStyle/>
          <a:p>
            <a:r>
              <a:rPr lang="en-US" sz="4800" dirty="0"/>
              <a:t>Data Discovery and Classification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80349-DEFB-0D48-9F66-5A75D761A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90" y="3428999"/>
            <a:ext cx="4075054" cy="2741213"/>
          </a:xfrm>
        </p:spPr>
        <p:txBody>
          <a:bodyPr anchor="t">
            <a:normAutofit fontScale="70000" lnSpcReduction="20000"/>
          </a:bodyPr>
          <a:lstStyle/>
          <a:p>
            <a:r>
              <a:rPr lang="en-US" sz="2000" dirty="0"/>
              <a:t>Azure Purview offers a mechanism to scan data repositories and detect metadata with more than 100 classification rules that automatically classify the attributes based on the matching rules</a:t>
            </a:r>
          </a:p>
          <a:p>
            <a:r>
              <a:rPr lang="en-US" sz="2000" dirty="0"/>
              <a:t>Azure Purview classifies data using regex and bloom filter.</a:t>
            </a:r>
          </a:p>
          <a:p>
            <a:r>
              <a:rPr lang="en-US" sz="2000" dirty="0"/>
              <a:t>It classifies Government, Security, Personal and Miscellaneous data.</a:t>
            </a:r>
          </a:p>
          <a:p>
            <a:r>
              <a:rPr lang="en-US" sz="2400" dirty="0"/>
              <a:t>Supported classification:</a:t>
            </a:r>
          </a:p>
          <a:p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https://docs.microsoft.com/en-us/azure/purview/supported-classifications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98608A10-45C0-D841-9A4C-1372991B7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916" y="3199699"/>
            <a:ext cx="6503794" cy="198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1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DF8F-F583-3C49-9F53-2C457384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A2596-77EC-A649-83A4-57AE72C29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2132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{C14DEB73-30CB-204F-99A9-32E4F56A31EF}tf10001072</Template>
  <TotalTime>24</TotalTime>
  <Words>276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Franklin Gothic Book</vt:lpstr>
      <vt:lpstr>Crop</vt:lpstr>
      <vt:lpstr>Purview UI after the Scan</vt:lpstr>
      <vt:lpstr>Data Source Crawling </vt:lpstr>
      <vt:lpstr>Metadata and Data Lineage</vt:lpstr>
      <vt:lpstr>Data Discovery and Classification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Purview UI after the Scan</dc:title>
  <dc:creator>Nagaraj, Arun Kumar</dc:creator>
  <cp:lastModifiedBy>Nagaraj, Arun Kumar</cp:lastModifiedBy>
  <cp:revision>2</cp:revision>
  <dcterms:created xsi:type="dcterms:W3CDTF">2021-12-25T08:13:08Z</dcterms:created>
  <dcterms:modified xsi:type="dcterms:W3CDTF">2021-12-25T08:37:20Z</dcterms:modified>
</cp:coreProperties>
</file>