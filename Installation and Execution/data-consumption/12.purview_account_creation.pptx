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4"/>
    <p:restoredTop sz="94679"/>
  </p:normalViewPr>
  <p:slideViewPr>
    <p:cSldViewPr snapToGrid="0" snapToObjects="1">
      <p:cViewPr varScale="1">
        <p:scale>
          <a:sx n="156" d="100"/>
          <a:sy n="156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87170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8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2007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4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4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3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516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897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4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9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CFA89B6-42BD-6543-AFB6-23FA6B92491D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70689E5-3CCF-EB42-97C8-20F63B2169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356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E372-EC5E-B049-B28F-8F2897C63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Purview account Creation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44B90-3F4E-B84A-81DE-9500FA1A8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6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2E52-3E91-2F48-8695-91DBF359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D9B6-FC12-314C-B9D0-A75EE64F7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azure portal by</a:t>
            </a:r>
          </a:p>
          <a:p>
            <a:pPr lvl="1"/>
            <a:r>
              <a:rPr lang="en-US" dirty="0" err="1"/>
              <a:t>Portal.azure.com</a:t>
            </a:r>
            <a:endParaRPr lang="en-US" dirty="0"/>
          </a:p>
          <a:p>
            <a:r>
              <a:rPr lang="en-US" dirty="0"/>
              <a:t>Search for purview accounts in the azure portal</a:t>
            </a:r>
          </a:p>
          <a:p>
            <a:r>
              <a:rPr lang="en-US" dirty="0"/>
              <a:t>Select create for the creation of new purview account</a:t>
            </a:r>
          </a:p>
          <a:p>
            <a:r>
              <a:rPr lang="en-US" dirty="0"/>
              <a:t>Select the subscription and the resource group and provide the name for the purview account.  The name should be unique.  </a:t>
            </a:r>
          </a:p>
          <a:p>
            <a:r>
              <a:rPr lang="en-US" dirty="0"/>
              <a:t>Hit review + create, let the validation be passed, and open Purview Studio from the screen.</a:t>
            </a:r>
          </a:p>
        </p:txBody>
      </p:sp>
    </p:spTree>
    <p:extLst>
      <p:ext uri="{BB962C8B-B14F-4D97-AF65-F5344CB8AC3E}">
        <p14:creationId xmlns:p14="http://schemas.microsoft.com/office/powerpoint/2010/main" val="317440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9F46-1A4F-7947-AA84-8F2E3B46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3C68-0C03-C04D-B985-AF4AAEC5E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page is the starting for the Azure Purview Client.</a:t>
            </a:r>
          </a:p>
          <a:p>
            <a:r>
              <a:rPr lang="en-US" dirty="0"/>
              <a:t>You could see the name of the azure purview account.  </a:t>
            </a:r>
          </a:p>
          <a:p>
            <a:r>
              <a:rPr lang="en-US" dirty="0"/>
              <a:t>Catalog analysis shows the number of </a:t>
            </a:r>
          </a:p>
          <a:p>
            <a:pPr lvl="1"/>
            <a:r>
              <a:rPr lang="en-US" dirty="0"/>
              <a:t>Data sources</a:t>
            </a:r>
          </a:p>
          <a:p>
            <a:pPr lvl="1"/>
            <a:r>
              <a:rPr lang="en-US" dirty="0"/>
              <a:t>Assets</a:t>
            </a:r>
          </a:p>
          <a:p>
            <a:pPr lvl="1"/>
            <a:r>
              <a:rPr lang="en-US" dirty="0"/>
              <a:t>Glossary terms</a:t>
            </a:r>
          </a:p>
          <a:p>
            <a:r>
              <a:rPr lang="en-US" dirty="0"/>
              <a:t>The search box allows you to search for the data assets across the data catalog</a:t>
            </a:r>
          </a:p>
          <a:p>
            <a:r>
              <a:rPr lang="en-US" dirty="0"/>
              <a:t>Left navigation bar helps locating the main pages of the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4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3FD5-A1B1-8841-B7C0-B6810C4D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007C-D2F0-0741-9AA3-D12981A02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account creation, you may face this error:</a:t>
            </a:r>
          </a:p>
          <a:p>
            <a:pPr lvl="1"/>
            <a:r>
              <a:rPr lang="en-US" dirty="0"/>
              <a:t>Register </a:t>
            </a:r>
            <a:r>
              <a:rPr lang="en-US" dirty="0" err="1"/>
              <a:t>Microsoft.EventHub</a:t>
            </a:r>
            <a:r>
              <a:rPr lang="en-US" dirty="0"/>
              <a:t> for subscription 63f17b4d-2366-4da7-94bf-60fc3d60e3d7 timeout, please wait for some time and try again.</a:t>
            </a:r>
          </a:p>
          <a:p>
            <a:r>
              <a:rPr lang="en-US" dirty="0"/>
              <a:t>Just retry after sometime, the above error will be fixed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01946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{C14DEB73-30CB-204F-99A9-32E4F56A31EF}tf10001072</Template>
  <TotalTime>110</TotalTime>
  <Words>176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Franklin Gothic Book</vt:lpstr>
      <vt:lpstr>Crop</vt:lpstr>
      <vt:lpstr>Azure Purview account Creation</vt:lpstr>
      <vt:lpstr>PowerPoint Presentation</vt:lpstr>
      <vt:lpstr>Home page</vt:lpstr>
      <vt:lpstr>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Purview account Creation</dc:title>
  <dc:creator>Nagaraj, Arun Kumar</dc:creator>
  <cp:lastModifiedBy>Nagaraj, Arun Kumar</cp:lastModifiedBy>
  <cp:revision>1</cp:revision>
  <dcterms:created xsi:type="dcterms:W3CDTF">2021-12-25T04:41:03Z</dcterms:created>
  <dcterms:modified xsi:type="dcterms:W3CDTF">2021-12-25T06:32:03Z</dcterms:modified>
</cp:coreProperties>
</file>